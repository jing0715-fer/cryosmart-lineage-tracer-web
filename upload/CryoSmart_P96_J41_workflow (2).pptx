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246169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6,060 Micrographs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" name="连接符 3"/>
          <p:cNvCxnSpPr/>
          <p:nvPr/>
        </p:nvCxnSpPr>
        <p:spPr>
          <a:xfrm>
            <a:off x="5429402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" name="文本框 4"/>
          <p:cNvSpPr txBox="1"/>
          <p:nvPr/>
        </p:nvSpPr>
        <p:spPr>
          <a:xfrm>
            <a:off x="5740298" y="47548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连接符 5"/>
          <p:cNvCxnSpPr/>
          <p:nvPr/>
        </p:nvCxnSpPr>
        <p:spPr>
          <a:xfrm>
            <a:off x="6469990" y="594360"/>
            <a:ext cx="292608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6" name="文本框 6"/>
          <p:cNvSpPr txBox="1"/>
          <p:nvPr/>
        </p:nvSpPr>
        <p:spPr>
          <a:xfrm>
            <a:off x="6780886" y="475488"/>
            <a:ext cx="116494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164,291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7" name="文本框 7"/>
          <p:cNvSpPr txBox="1"/>
          <p:nvPr/>
        </p:nvSpPr>
        <p:spPr>
          <a:xfrm>
            <a:off x="1101175" y="1394629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2D class selection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2216065" y="165963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12,259 selected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 classes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411480" y="2601637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0" name="文本框 10"/>
          <p:cNvSpPr txBox="1"/>
          <p:nvPr/>
        </p:nvSpPr>
        <p:spPr>
          <a:xfrm>
            <a:off x="411480" y="335110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50%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29,004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1" name="文本框 11"/>
          <p:cNvSpPr txBox="1"/>
          <p:nvPr/>
        </p:nvSpPr>
        <p:spPr>
          <a:xfrm>
            <a:off x="1581235" y="335110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24.6%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14,299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2750989" y="335110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25.4%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14,745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3" name="文本框 13"/>
          <p:cNvSpPr txBox="1"/>
          <p:nvPr/>
        </p:nvSpPr>
        <p:spPr>
          <a:xfrm>
            <a:off x="411480" y="3945805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文本框 14"/>
          <p:cNvSpPr txBox="1"/>
          <p:nvPr/>
        </p:nvSpPr>
        <p:spPr>
          <a:xfrm>
            <a:off x="411480" y="469527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590,421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5" name="文本框 15"/>
          <p:cNvSpPr txBox="1"/>
          <p:nvPr/>
        </p:nvSpPr>
        <p:spPr>
          <a:xfrm>
            <a:off x="1581235" y="469527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11.8%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90,557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2750989" y="469527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11.2%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85,582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7" name="文本框 17"/>
          <p:cNvSpPr txBox="1"/>
          <p:nvPr/>
        </p:nvSpPr>
        <p:spPr>
          <a:xfrm>
            <a:off x="411480" y="5289973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文本框 18"/>
          <p:cNvSpPr txBox="1"/>
          <p:nvPr/>
        </p:nvSpPr>
        <p:spPr>
          <a:xfrm>
            <a:off x="411480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47%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277,687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9" name="文本框 19"/>
          <p:cNvSpPr txBox="1"/>
          <p:nvPr/>
        </p:nvSpPr>
        <p:spPr>
          <a:xfrm>
            <a:off x="1581235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29.9%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176,548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2750989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23.1%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136,186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1" name="文本框 21"/>
          <p:cNvSpPr txBox="1"/>
          <p:nvPr/>
        </p:nvSpPr>
        <p:spPr>
          <a:xfrm>
            <a:off x="4414520" y="1257469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2" name="文本框 22"/>
          <p:cNvSpPr txBox="1"/>
          <p:nvPr/>
        </p:nvSpPr>
        <p:spPr>
          <a:xfrm>
            <a:off x="4414520" y="2006939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64.1%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584275" y="2006939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18.6%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109,606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4" name="文本框 24"/>
          <p:cNvSpPr txBox="1"/>
          <p:nvPr/>
        </p:nvSpPr>
        <p:spPr>
          <a:xfrm>
            <a:off x="6754029" y="2006939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17.3%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102,138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5" name="文本框 25"/>
          <p:cNvSpPr txBox="1"/>
          <p:nvPr/>
        </p:nvSpPr>
        <p:spPr>
          <a:xfrm>
            <a:off x="5104215" y="273879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6" name="文本框 26"/>
          <p:cNvSpPr txBox="1"/>
          <p:nvPr/>
        </p:nvSpPr>
        <p:spPr>
          <a:xfrm>
            <a:off x="6219105" y="300380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7" name="文本框 27"/>
          <p:cNvSpPr txBox="1"/>
          <p:nvPr/>
        </p:nvSpPr>
        <p:spPr>
          <a:xfrm>
            <a:off x="5104215" y="4082965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Non-uniform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8" name="文本框 28"/>
          <p:cNvSpPr txBox="1"/>
          <p:nvPr/>
        </p:nvSpPr>
        <p:spPr>
          <a:xfrm>
            <a:off x="6219105" y="4347972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378,677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9" name="文本框 29"/>
          <p:cNvSpPr txBox="1"/>
          <p:nvPr/>
        </p:nvSpPr>
        <p:spPr>
          <a:xfrm>
            <a:off x="4414520" y="5289973"/>
            <a:ext cx="3362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0" name="文本框 30"/>
          <p:cNvSpPr txBox="1"/>
          <p:nvPr/>
        </p:nvSpPr>
        <p:spPr>
          <a:xfrm>
            <a:off x="4414520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15,755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1" name="文本框 31"/>
          <p:cNvSpPr txBox="1"/>
          <p:nvPr/>
        </p:nvSpPr>
        <p:spPr>
          <a:xfrm>
            <a:off x="5584275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40.6%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153,795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2" name="文本框 32"/>
          <p:cNvSpPr txBox="1"/>
          <p:nvPr/>
        </p:nvSpPr>
        <p:spPr>
          <a:xfrm>
            <a:off x="6754029" y="6039443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55.2%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3" name="文本框 33"/>
          <p:cNvSpPr txBox="1"/>
          <p:nvPr/>
        </p:nvSpPr>
        <p:spPr>
          <a:xfrm>
            <a:off x="9107255" y="1394629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Homo Reconstruct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4" name="文本框 34"/>
          <p:cNvSpPr txBox="1"/>
          <p:nvPr/>
        </p:nvSpPr>
        <p:spPr>
          <a:xfrm>
            <a:off x="10222145" y="1659636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5" name="文本框 35"/>
          <p:cNvSpPr txBox="1"/>
          <p:nvPr/>
        </p:nvSpPr>
        <p:spPr>
          <a:xfrm>
            <a:off x="9107255" y="2738797"/>
            <a:ext cx="1023451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6" name="文本框 36"/>
          <p:cNvSpPr txBox="1"/>
          <p:nvPr/>
        </p:nvSpPr>
        <p:spPr>
          <a:xfrm>
            <a:off x="10222145" y="3003804"/>
            <a:ext cx="868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209,127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37" name="连接符 37"/>
          <p:cNvCxnSpPr/>
          <p:nvPr/>
        </p:nvCxnSpPr>
        <p:spPr>
          <a:xfrm>
            <a:off x="923205" y="2125811"/>
            <a:ext cx="0" cy="44839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8" name="连接符 38"/>
          <p:cNvCxnSpPr/>
          <p:nvPr/>
        </p:nvCxnSpPr>
        <p:spPr>
          <a:xfrm>
            <a:off x="923205" y="3607139"/>
            <a:ext cx="0" cy="31123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39" name="连接符 39"/>
          <p:cNvCxnSpPr/>
          <p:nvPr/>
        </p:nvCxnSpPr>
        <p:spPr>
          <a:xfrm>
            <a:off x="923205" y="4951307"/>
            <a:ext cx="0" cy="31123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0" name="连接符 40"/>
          <p:cNvCxnSpPr/>
          <p:nvPr/>
        </p:nvCxnSpPr>
        <p:spPr>
          <a:xfrm flipV="1">
            <a:off x="3801872" y="1230037"/>
            <a:ext cx="585216" cy="4516967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41" name="连接符 41"/>
          <p:cNvCxnSpPr/>
          <p:nvPr/>
        </p:nvCxnSpPr>
        <p:spPr>
          <a:xfrm>
            <a:off x="5615940" y="2262971"/>
            <a:ext cx="0" cy="44839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2" name="连接符 42"/>
          <p:cNvCxnSpPr/>
          <p:nvPr/>
        </p:nvCxnSpPr>
        <p:spPr>
          <a:xfrm>
            <a:off x="5615940" y="3469979"/>
            <a:ext cx="0" cy="58555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3" name="连接符 43"/>
          <p:cNvCxnSpPr/>
          <p:nvPr/>
        </p:nvCxnSpPr>
        <p:spPr>
          <a:xfrm>
            <a:off x="4926245" y="4814147"/>
            <a:ext cx="0" cy="44839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4" name="连接符 44"/>
          <p:cNvCxnSpPr/>
          <p:nvPr/>
        </p:nvCxnSpPr>
        <p:spPr>
          <a:xfrm flipV="1">
            <a:off x="7804912" y="1367197"/>
            <a:ext cx="1274911" cy="4379807"/>
          </a:xfrm>
          <a:prstGeom prst="bentConnector3">
            <a:avLst/>
          </a:prstGeom>
          <a:ln w="12700">
            <a:solidFill>
              <a:srgbClr val="000000"/>
            </a:solidFill>
            <a:tailEnd type="arrow"/>
          </a:ln>
        </p:spPr>
      </p:cxnSp>
      <p:cxnSp>
        <p:nvCxnSpPr>
          <p:cNvPr id="45" name="连接符 45"/>
          <p:cNvCxnSpPr/>
          <p:nvPr/>
        </p:nvCxnSpPr>
        <p:spPr>
          <a:xfrm>
            <a:off x="9618980" y="2125811"/>
            <a:ext cx="0" cy="585555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46" name="连接符 46"/>
          <p:cNvCxnSpPr/>
          <p:nvPr/>
        </p:nvCxnSpPr>
        <p:spPr>
          <a:xfrm>
            <a:off x="1612900" y="768096"/>
            <a:ext cx="0" cy="599101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47" name="文本框 47"/>
          <p:cNvSpPr txBox="1"/>
          <p:nvPr/>
        </p:nvSpPr>
        <p:spPr>
          <a:xfrm>
            <a:off x="411480" y="6547104"/>
            <a:ext cx="1136904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750" dirty="0">
                <a:solidFill>
                  <a:srgbClr val="808080"/>
                </a:solidFill>
                <a:latin typeface="Arial"/>
                <a:ea typeface="微软雅黑"/>
              </a:rPr>
              <a:t>所有地图已对齐至参考 J41/volume · 手性检查: 4 个已翻正，15 个一致 · 视角 y-90 · CryoSmart Workflow Figure (ChimeraX aligned)</a:t>
            </a:r>
            <a:endParaRPr lang="zh-CN" altLang="en-US" sz="750">
              <a:latin typeface="Arial"/>
              <a:ea typeface="微软雅黑"/>
            </a:endParaRPr>
          </a:p>
        </p:txBody>
      </p:sp>
      <p:pic>
        <p:nvPicPr>
          <p:cNvPr id="48" name="CryoSmartImage:http://cryosmartdb.shuimubio.com/api/log_image/6ac74452c00aa3541044370a" descr="image-J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75" y="1770411"/>
            <a:ext cx="1023451" cy="162498"/>
          </a:xfrm>
          <a:prstGeom prst="rect">
            <a:avLst/>
          </a:prstGeom>
        </p:spPr>
      </p:pic>
      <p:pic>
        <p:nvPicPr>
          <p:cNvPr id="49" name="CryoSmartImage:J27/volume_class_0" descr="image-J27_volume_class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02805"/>
            <a:ext cx="1023451" cy="511725"/>
          </a:xfrm>
          <a:prstGeom prst="rect">
            <a:avLst/>
          </a:prstGeom>
        </p:spPr>
      </p:pic>
      <p:pic>
        <p:nvPicPr>
          <p:cNvPr id="50" name="CryoSmartImage:J27/volume_class_1" descr="image-J27_volume_class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235" y="2802805"/>
            <a:ext cx="1023451" cy="511725"/>
          </a:xfrm>
          <a:prstGeom prst="rect">
            <a:avLst/>
          </a:prstGeom>
        </p:spPr>
      </p:pic>
      <p:pic>
        <p:nvPicPr>
          <p:cNvPr id="51" name="CryoSmartImage:J27/volume_class_2" descr="image-J27_volume_class_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989" y="2802805"/>
            <a:ext cx="1023451" cy="511725"/>
          </a:xfrm>
          <a:prstGeom prst="rect">
            <a:avLst/>
          </a:prstGeom>
        </p:spPr>
      </p:pic>
      <p:pic>
        <p:nvPicPr>
          <p:cNvPr id="52" name="CryoSmartImage:J31/volume_class_0" descr="image-J31_volume_class_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146973"/>
            <a:ext cx="1023451" cy="511725"/>
          </a:xfrm>
          <a:prstGeom prst="rect">
            <a:avLst/>
          </a:prstGeom>
        </p:spPr>
      </p:pic>
      <p:pic>
        <p:nvPicPr>
          <p:cNvPr id="53" name="CryoSmartImage:J31/volume_class_1" descr="image-J31_volume_class_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235" y="4146973"/>
            <a:ext cx="1023451" cy="511725"/>
          </a:xfrm>
          <a:prstGeom prst="rect">
            <a:avLst/>
          </a:prstGeom>
        </p:spPr>
      </p:pic>
      <p:pic>
        <p:nvPicPr>
          <p:cNvPr id="54" name="CryoSmartImage:J31/volume_class_2" descr="image-J31_volume_class_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0989" y="4146973"/>
            <a:ext cx="1023451" cy="511725"/>
          </a:xfrm>
          <a:prstGeom prst="rect">
            <a:avLst/>
          </a:prstGeom>
        </p:spPr>
      </p:pic>
      <p:pic>
        <p:nvPicPr>
          <p:cNvPr id="55" name="CryoSmartImage:J33/volume_class_0" descr="image-J33_volume_class_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491141"/>
            <a:ext cx="1023451" cy="511725"/>
          </a:xfrm>
          <a:prstGeom prst="rect">
            <a:avLst/>
          </a:prstGeom>
        </p:spPr>
      </p:pic>
      <p:pic>
        <p:nvPicPr>
          <p:cNvPr id="56" name="CryoSmartImage:J33/volume_class_1" descr="image-J33_volume_class_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235" y="5491141"/>
            <a:ext cx="1023451" cy="511725"/>
          </a:xfrm>
          <a:prstGeom prst="rect">
            <a:avLst/>
          </a:prstGeom>
        </p:spPr>
      </p:pic>
      <p:pic>
        <p:nvPicPr>
          <p:cNvPr id="57" name="CryoSmartImage:J33/volume_class_2" descr="image-J33_volume_class_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0989" y="5491141"/>
            <a:ext cx="1023451" cy="511725"/>
          </a:xfrm>
          <a:prstGeom prst="rect">
            <a:avLst/>
          </a:prstGeom>
        </p:spPr>
      </p:pic>
      <p:pic>
        <p:nvPicPr>
          <p:cNvPr id="58" name="CryoSmartImage:J34/volume_class_0" descr="image-J34_volume_class_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4520" y="1458637"/>
            <a:ext cx="1023451" cy="511725"/>
          </a:xfrm>
          <a:prstGeom prst="rect">
            <a:avLst/>
          </a:prstGeom>
        </p:spPr>
      </p:pic>
      <p:pic>
        <p:nvPicPr>
          <p:cNvPr id="59" name="CryoSmartImage:J34/volume_class_1" descr="image-J34_volume_class_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4275" y="1458637"/>
            <a:ext cx="1023451" cy="511725"/>
          </a:xfrm>
          <a:prstGeom prst="rect">
            <a:avLst/>
          </a:prstGeom>
        </p:spPr>
      </p:pic>
      <p:pic>
        <p:nvPicPr>
          <p:cNvPr id="60" name="CryoSmartImage:J34/volume_class_2" descr="image-J34_volume_class_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4029" y="1458637"/>
            <a:ext cx="1023451" cy="511725"/>
          </a:xfrm>
          <a:prstGeom prst="rect">
            <a:avLst/>
          </a:prstGeom>
        </p:spPr>
      </p:pic>
      <p:pic>
        <p:nvPicPr>
          <p:cNvPr id="61" name="CryoSmartImage:J35/volume" descr="image-J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04215" y="2939965"/>
            <a:ext cx="1023451" cy="511725"/>
          </a:xfrm>
          <a:prstGeom prst="rect">
            <a:avLst/>
          </a:prstGeom>
        </p:spPr>
      </p:pic>
      <p:pic>
        <p:nvPicPr>
          <p:cNvPr id="62" name="CryoSmartImage:J37/volume" descr="image-J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4215" y="4284133"/>
            <a:ext cx="1023451" cy="511725"/>
          </a:xfrm>
          <a:prstGeom prst="rect">
            <a:avLst/>
          </a:prstGeom>
        </p:spPr>
      </p:pic>
      <p:pic>
        <p:nvPicPr>
          <p:cNvPr id="63" name="CryoSmartImage:J39/volume_class_0" descr="image-J39_volume_class_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4520" y="5491141"/>
            <a:ext cx="1023451" cy="511725"/>
          </a:xfrm>
          <a:prstGeom prst="rect">
            <a:avLst/>
          </a:prstGeom>
        </p:spPr>
      </p:pic>
      <p:pic>
        <p:nvPicPr>
          <p:cNvPr id="64" name="CryoSmartImage:J39/volume_class_1" descr="image-J39_volume_class_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84275" y="5491141"/>
            <a:ext cx="1023451" cy="511725"/>
          </a:xfrm>
          <a:prstGeom prst="rect">
            <a:avLst/>
          </a:prstGeom>
        </p:spPr>
      </p:pic>
      <p:pic>
        <p:nvPicPr>
          <p:cNvPr id="65" name="CryoSmartImage:J39/volume_class_2" descr="image-J39_volume_class_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4029" y="5491141"/>
            <a:ext cx="1023451" cy="511725"/>
          </a:xfrm>
          <a:prstGeom prst="rect">
            <a:avLst/>
          </a:prstGeom>
        </p:spPr>
      </p:pic>
      <p:pic>
        <p:nvPicPr>
          <p:cNvPr id="66" name="CryoSmartImage:J40/volume" descr="image-J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07255" y="1595797"/>
            <a:ext cx="1023451" cy="511725"/>
          </a:xfrm>
          <a:prstGeom prst="rect">
            <a:avLst/>
          </a:prstGeom>
        </p:spPr>
      </p:pic>
      <p:pic>
        <p:nvPicPr>
          <p:cNvPr id="67" name="CryoSmartImage:J41/volume" descr="image-J4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07255" y="2939965"/>
            <a:ext cx="1023451" cy="511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</a:majorFont>
      <a:minorFont>
        <a:latin typeface="Arial"/>
        <a:ea typeface="微软雅黑"/>
      </a:minorFont>
    </a:fontScheme>
    <a:fmtScheme name="Office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CryoSmart Lineage Tracer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P96 / J41</dc:title>
  <dc:creator>CryoSmart Lineage Tracer</dc:creator>
  <cp:lastModifiedBy>CryoSmart Lineage Tracer</cp:lastModifiedBy>
  <dcterms:created xsi:type="dcterms:W3CDTF">2026-10-28T13:24:52.780Z</dcterms:created>
  <dcterms:modified xsi:type="dcterms:W3CDTF">2026-10-28T13:24:52.780Z</dcterms:modified>
</cp:coreProperties>
</file>