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411480" y="475488"/>
            <a:ext cx="1164946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6,060 Micrographs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3" name="连接符 3"/>
          <p:cNvCxnSpPr/>
          <p:nvPr/>
        </p:nvCxnSpPr>
        <p:spPr>
          <a:xfrm>
            <a:off x="1594714" y="594360"/>
            <a:ext cx="292608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4" name="文本框 4"/>
          <p:cNvSpPr txBox="1"/>
          <p:nvPr/>
        </p:nvSpPr>
        <p:spPr>
          <a:xfrm>
            <a:off x="1905610" y="475488"/>
            <a:ext cx="711403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Auto pick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5" name="连接符 5"/>
          <p:cNvCxnSpPr/>
          <p:nvPr/>
        </p:nvCxnSpPr>
        <p:spPr>
          <a:xfrm>
            <a:off x="2635301" y="594360"/>
            <a:ext cx="292608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6" name="文本框 6"/>
          <p:cNvSpPr txBox="1"/>
          <p:nvPr/>
        </p:nvSpPr>
        <p:spPr>
          <a:xfrm>
            <a:off x="2946197" y="475488"/>
            <a:ext cx="1164946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164,291 particles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7" name="连接符 7"/>
          <p:cNvCxnSpPr/>
          <p:nvPr/>
        </p:nvCxnSpPr>
        <p:spPr>
          <a:xfrm>
            <a:off x="3528670" y="731520"/>
            <a:ext cx="0" cy="361273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8" name="连接符 8"/>
          <p:cNvCxnSpPr/>
          <p:nvPr/>
        </p:nvCxnSpPr>
        <p:spPr>
          <a:xfrm flipH="1">
            <a:off x="923205" y="1092793"/>
            <a:ext cx="2605464" cy="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9" name="连接符 9"/>
          <p:cNvCxnSpPr/>
          <p:nvPr/>
        </p:nvCxnSpPr>
        <p:spPr>
          <a:xfrm>
            <a:off x="923205" y="1092793"/>
            <a:ext cx="0" cy="361273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10" name="文本框 10"/>
          <p:cNvSpPr txBox="1"/>
          <p:nvPr/>
        </p:nvSpPr>
        <p:spPr>
          <a:xfrm>
            <a:off x="411480" y="1481497"/>
            <a:ext cx="336296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Hetero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1" name="文本框 11"/>
          <p:cNvSpPr txBox="1"/>
          <p:nvPr/>
        </p:nvSpPr>
        <p:spPr>
          <a:xfrm>
            <a:off x="411480" y="2230967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77%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590,421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2" name="文本框 12"/>
          <p:cNvSpPr txBox="1"/>
          <p:nvPr/>
        </p:nvSpPr>
        <p:spPr>
          <a:xfrm>
            <a:off x="1581235" y="2230967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11.8%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90,557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3" name="文本框 13"/>
          <p:cNvSpPr txBox="1"/>
          <p:nvPr/>
        </p:nvSpPr>
        <p:spPr>
          <a:xfrm>
            <a:off x="2750989" y="2230967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11.2%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85,582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4" name="文本框 14"/>
          <p:cNvSpPr txBox="1"/>
          <p:nvPr/>
        </p:nvSpPr>
        <p:spPr>
          <a:xfrm>
            <a:off x="411480" y="3273721"/>
            <a:ext cx="336296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Ab-initio reconstruction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5" name="文本框 15"/>
          <p:cNvSpPr txBox="1"/>
          <p:nvPr/>
        </p:nvSpPr>
        <p:spPr>
          <a:xfrm>
            <a:off x="411480" y="4023191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47%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277,687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6" name="文本框 16"/>
          <p:cNvSpPr txBox="1"/>
          <p:nvPr/>
        </p:nvSpPr>
        <p:spPr>
          <a:xfrm>
            <a:off x="1581235" y="4023191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29.9%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176,548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7" name="文本框 17"/>
          <p:cNvSpPr txBox="1"/>
          <p:nvPr/>
        </p:nvSpPr>
        <p:spPr>
          <a:xfrm>
            <a:off x="2750989" y="4023191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23.1%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136,186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8" name="文本框 18"/>
          <p:cNvSpPr txBox="1"/>
          <p:nvPr/>
        </p:nvSpPr>
        <p:spPr>
          <a:xfrm>
            <a:off x="411480" y="5065945"/>
            <a:ext cx="336296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Hetero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9" name="文本框 19"/>
          <p:cNvSpPr txBox="1"/>
          <p:nvPr/>
        </p:nvSpPr>
        <p:spPr>
          <a:xfrm>
            <a:off x="411480" y="5815415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64.1%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378,677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0" name="文本框 20"/>
          <p:cNvSpPr txBox="1"/>
          <p:nvPr/>
        </p:nvSpPr>
        <p:spPr>
          <a:xfrm>
            <a:off x="1581235" y="5815415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18.6%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109,606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1" name="文本框 21"/>
          <p:cNvSpPr txBox="1"/>
          <p:nvPr/>
        </p:nvSpPr>
        <p:spPr>
          <a:xfrm>
            <a:off x="2750989" y="5815415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17.3%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102,138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2" name="文本框 22"/>
          <p:cNvSpPr txBox="1"/>
          <p:nvPr/>
        </p:nvSpPr>
        <p:spPr>
          <a:xfrm>
            <a:off x="5104215" y="1618657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Non-uniform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3" name="文本框 23"/>
          <p:cNvSpPr txBox="1"/>
          <p:nvPr/>
        </p:nvSpPr>
        <p:spPr>
          <a:xfrm>
            <a:off x="6219105" y="1883664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378,677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4" name="文本框 24"/>
          <p:cNvSpPr txBox="1"/>
          <p:nvPr/>
        </p:nvSpPr>
        <p:spPr>
          <a:xfrm>
            <a:off x="5104215" y="3410881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Non-uniform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5" name="文本框 25"/>
          <p:cNvSpPr txBox="1"/>
          <p:nvPr/>
        </p:nvSpPr>
        <p:spPr>
          <a:xfrm>
            <a:off x="6219105" y="3675888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378,677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6" name="文本框 26"/>
          <p:cNvSpPr txBox="1"/>
          <p:nvPr/>
        </p:nvSpPr>
        <p:spPr>
          <a:xfrm>
            <a:off x="4414520" y="5065945"/>
            <a:ext cx="336296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Ab-initio reconstruction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7" name="文本框 27"/>
          <p:cNvSpPr txBox="1"/>
          <p:nvPr/>
        </p:nvSpPr>
        <p:spPr>
          <a:xfrm>
            <a:off x="4414520" y="5815415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4.2%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15,755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8" name="文本框 28"/>
          <p:cNvSpPr txBox="1"/>
          <p:nvPr/>
        </p:nvSpPr>
        <p:spPr>
          <a:xfrm>
            <a:off x="5584275" y="5815415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40.6%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153,795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9" name="文本框 29"/>
          <p:cNvSpPr txBox="1"/>
          <p:nvPr/>
        </p:nvSpPr>
        <p:spPr>
          <a:xfrm>
            <a:off x="6754029" y="5815415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55.2%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209,127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30" name="文本框 30"/>
          <p:cNvSpPr txBox="1"/>
          <p:nvPr/>
        </p:nvSpPr>
        <p:spPr>
          <a:xfrm>
            <a:off x="9107255" y="1618657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Homo Reconstruct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31" name="文本框 31"/>
          <p:cNvSpPr txBox="1"/>
          <p:nvPr/>
        </p:nvSpPr>
        <p:spPr>
          <a:xfrm>
            <a:off x="10222145" y="1883664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209,127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32" name="文本框 32"/>
          <p:cNvSpPr txBox="1"/>
          <p:nvPr/>
        </p:nvSpPr>
        <p:spPr>
          <a:xfrm>
            <a:off x="9107255" y="3410881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Local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33" name="文本框 33"/>
          <p:cNvSpPr txBox="1"/>
          <p:nvPr/>
        </p:nvSpPr>
        <p:spPr>
          <a:xfrm>
            <a:off x="10222145" y="3675888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209,127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34" name="文本框 34"/>
          <p:cNvSpPr txBox="1"/>
          <p:nvPr/>
        </p:nvSpPr>
        <p:spPr>
          <a:xfrm>
            <a:off x="9587315" y="5203105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FSC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35" name="连接符 35"/>
          <p:cNvCxnSpPr/>
          <p:nvPr/>
        </p:nvCxnSpPr>
        <p:spPr>
          <a:xfrm>
            <a:off x="923205" y="2486999"/>
            <a:ext cx="0" cy="759291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36" name="连接符 36"/>
          <p:cNvCxnSpPr/>
          <p:nvPr/>
        </p:nvCxnSpPr>
        <p:spPr>
          <a:xfrm>
            <a:off x="923205" y="4279223"/>
            <a:ext cx="0" cy="759291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37" name="连接符 37"/>
          <p:cNvCxnSpPr/>
          <p:nvPr/>
        </p:nvCxnSpPr>
        <p:spPr>
          <a:xfrm flipV="1">
            <a:off x="3801872" y="1591225"/>
            <a:ext cx="1274911" cy="3931751"/>
          </a:xfrm>
          <a:prstGeom prst="bentConnector3">
            <a:avLst/>
          </a:prstGeom>
          <a:ln w="12700">
            <a:solidFill>
              <a:srgbClr val="000000"/>
            </a:solidFill>
            <a:tailEnd type="arrow"/>
          </a:ln>
        </p:spPr>
      </p:cxnSp>
      <p:cxnSp>
        <p:nvCxnSpPr>
          <p:cNvPr id="38" name="连接符 38"/>
          <p:cNvCxnSpPr/>
          <p:nvPr/>
        </p:nvCxnSpPr>
        <p:spPr>
          <a:xfrm>
            <a:off x="5615940" y="2349839"/>
            <a:ext cx="0" cy="1033611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39" name="连接符 39"/>
          <p:cNvCxnSpPr/>
          <p:nvPr/>
        </p:nvCxnSpPr>
        <p:spPr>
          <a:xfrm>
            <a:off x="4926245" y="4142063"/>
            <a:ext cx="0" cy="896451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40" name="连接符 40"/>
          <p:cNvCxnSpPr/>
          <p:nvPr/>
        </p:nvCxnSpPr>
        <p:spPr>
          <a:xfrm flipV="1">
            <a:off x="7804912" y="1591225"/>
            <a:ext cx="1274911" cy="3931751"/>
          </a:xfrm>
          <a:prstGeom prst="bentConnector3">
            <a:avLst/>
          </a:prstGeom>
          <a:ln w="12700">
            <a:solidFill>
              <a:srgbClr val="000000"/>
            </a:solidFill>
            <a:tailEnd type="arrow"/>
          </a:ln>
        </p:spPr>
      </p:cxnSp>
      <p:cxnSp>
        <p:nvCxnSpPr>
          <p:cNvPr id="41" name="连接符 41"/>
          <p:cNvCxnSpPr/>
          <p:nvPr/>
        </p:nvCxnSpPr>
        <p:spPr>
          <a:xfrm>
            <a:off x="9618980" y="2349839"/>
            <a:ext cx="0" cy="1033611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42" name="连接符 42"/>
          <p:cNvCxnSpPr/>
          <p:nvPr/>
        </p:nvCxnSpPr>
        <p:spPr>
          <a:xfrm>
            <a:off x="10099040" y="4142063"/>
            <a:ext cx="0" cy="1033611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43" name="文本框 43"/>
          <p:cNvSpPr txBox="1"/>
          <p:nvPr/>
        </p:nvSpPr>
        <p:spPr>
          <a:xfrm>
            <a:off x="411480" y="6547104"/>
            <a:ext cx="1136904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750" dirty="0">
                <a:solidFill>
                  <a:srgbClr val="808080"/>
                </a:solidFill>
                <a:latin typeface="Arial"/>
                <a:ea typeface="微软雅黑"/>
              </a:rPr>
              <a:t>所有地图已对齐至参考 J41/volume · 手性检查: 3 个已翻正，13 个一致 · 视角 x+90 · CryoSmart Workflow Figure (ChimeraX aligned)</a:t>
            </a:r>
            <a:endParaRPr lang="zh-CN" altLang="en-US" sz="750">
              <a:latin typeface="Arial"/>
              <a:ea typeface="微软雅黑"/>
            </a:endParaRPr>
          </a:p>
        </p:txBody>
      </p:sp>
      <p:pic>
        <p:nvPicPr>
          <p:cNvPr id="44" name="CryoSmartImage:J31/volume_class_0" descr="image-J31_volume_class_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82665"/>
            <a:ext cx="1023451" cy="511725"/>
          </a:xfrm>
          <a:prstGeom prst="rect">
            <a:avLst/>
          </a:prstGeom>
        </p:spPr>
      </p:pic>
      <p:pic>
        <p:nvPicPr>
          <p:cNvPr id="45" name="CryoSmartImage:J31/volume_class_1" descr="image-J31_volume_class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235" y="1682665"/>
            <a:ext cx="1023451" cy="511725"/>
          </a:xfrm>
          <a:prstGeom prst="rect">
            <a:avLst/>
          </a:prstGeom>
        </p:spPr>
      </p:pic>
      <p:pic>
        <p:nvPicPr>
          <p:cNvPr id="46" name="CryoSmartImage:J31/volume_class_2" descr="image-J31_volume_class_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989" y="1682665"/>
            <a:ext cx="1023451" cy="511725"/>
          </a:xfrm>
          <a:prstGeom prst="rect">
            <a:avLst/>
          </a:prstGeom>
        </p:spPr>
      </p:pic>
      <p:pic>
        <p:nvPicPr>
          <p:cNvPr id="47" name="CryoSmartImage:J33/volume_class_0" descr="image-J33_volume_class_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474889"/>
            <a:ext cx="1023451" cy="511725"/>
          </a:xfrm>
          <a:prstGeom prst="rect">
            <a:avLst/>
          </a:prstGeom>
        </p:spPr>
      </p:pic>
      <p:pic>
        <p:nvPicPr>
          <p:cNvPr id="48" name="CryoSmartImage:J33/volume_class_1" descr="image-J33_volume_class_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1235" y="3474889"/>
            <a:ext cx="1023451" cy="511725"/>
          </a:xfrm>
          <a:prstGeom prst="rect">
            <a:avLst/>
          </a:prstGeom>
        </p:spPr>
      </p:pic>
      <p:pic>
        <p:nvPicPr>
          <p:cNvPr id="49" name="CryoSmartImage:J33/volume_class_2" descr="image-J33_volume_class_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0989" y="3474889"/>
            <a:ext cx="1023451" cy="511725"/>
          </a:xfrm>
          <a:prstGeom prst="rect">
            <a:avLst/>
          </a:prstGeom>
        </p:spPr>
      </p:pic>
      <p:pic>
        <p:nvPicPr>
          <p:cNvPr id="50" name="CryoSmartImage:J34/volume_class_0" descr="image-J34_volume_class_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5267113"/>
            <a:ext cx="1023451" cy="511725"/>
          </a:xfrm>
          <a:prstGeom prst="rect">
            <a:avLst/>
          </a:prstGeom>
        </p:spPr>
      </p:pic>
      <p:pic>
        <p:nvPicPr>
          <p:cNvPr id="51" name="CryoSmartImage:J34/volume_class_1" descr="image-J34_volume_class_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235" y="5267113"/>
            <a:ext cx="1023451" cy="511725"/>
          </a:xfrm>
          <a:prstGeom prst="rect">
            <a:avLst/>
          </a:prstGeom>
        </p:spPr>
      </p:pic>
      <p:pic>
        <p:nvPicPr>
          <p:cNvPr id="52" name="CryoSmartImage:J34/volume_class_2" descr="image-J34_volume_class_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0989" y="5267113"/>
            <a:ext cx="1023451" cy="511725"/>
          </a:xfrm>
          <a:prstGeom prst="rect">
            <a:avLst/>
          </a:prstGeom>
        </p:spPr>
      </p:pic>
      <p:pic>
        <p:nvPicPr>
          <p:cNvPr id="53" name="CryoSmartImage:J35/volume" descr="image-J3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4215" y="1819825"/>
            <a:ext cx="1023451" cy="511725"/>
          </a:xfrm>
          <a:prstGeom prst="rect">
            <a:avLst/>
          </a:prstGeom>
        </p:spPr>
      </p:pic>
      <p:pic>
        <p:nvPicPr>
          <p:cNvPr id="54" name="CryoSmartImage:J37/volume" descr="image-J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4215" y="3612049"/>
            <a:ext cx="1023451" cy="511725"/>
          </a:xfrm>
          <a:prstGeom prst="rect">
            <a:avLst/>
          </a:prstGeom>
        </p:spPr>
      </p:pic>
      <p:pic>
        <p:nvPicPr>
          <p:cNvPr id="55" name="CryoSmartImage:J39/volume_class_0" descr="image-J39_volume_class_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4520" y="5267113"/>
            <a:ext cx="1023451" cy="511725"/>
          </a:xfrm>
          <a:prstGeom prst="rect">
            <a:avLst/>
          </a:prstGeom>
        </p:spPr>
      </p:pic>
      <p:pic>
        <p:nvPicPr>
          <p:cNvPr id="56" name="CryoSmartImage:J39/volume_class_1" descr="image-J39_volume_class_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84275" y="5267113"/>
            <a:ext cx="1023451" cy="511725"/>
          </a:xfrm>
          <a:prstGeom prst="rect">
            <a:avLst/>
          </a:prstGeom>
        </p:spPr>
      </p:pic>
      <p:pic>
        <p:nvPicPr>
          <p:cNvPr id="57" name="CryoSmartImage:J39/volume_class_2" descr="image-J39_volume_class_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54029" y="5267113"/>
            <a:ext cx="1023451" cy="511725"/>
          </a:xfrm>
          <a:prstGeom prst="rect">
            <a:avLst/>
          </a:prstGeom>
        </p:spPr>
      </p:pic>
      <p:pic>
        <p:nvPicPr>
          <p:cNvPr id="58" name="CryoSmartImage:J40/volume" descr="image-J4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07255" y="1819825"/>
            <a:ext cx="1023451" cy="511725"/>
          </a:xfrm>
          <a:prstGeom prst="rect">
            <a:avLst/>
          </a:prstGeom>
        </p:spPr>
      </p:pic>
      <p:pic>
        <p:nvPicPr>
          <p:cNvPr id="59" name="CryoSmartImage:J41/volume" descr="image-J4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07255" y="3612049"/>
            <a:ext cx="1023451" cy="511725"/>
          </a:xfrm>
          <a:prstGeom prst="rect">
            <a:avLst/>
          </a:prstGeom>
        </p:spPr>
      </p:pic>
      <p:pic>
        <p:nvPicPr>
          <p:cNvPr id="60" name="CryoSmartImage:__fsc__" descr="image-FSC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44173" y="5404273"/>
            <a:ext cx="909734" cy="5117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0D9488"/>
      </a:accent1>
      <a:accent2>
        <a:srgbClr val="666666"/>
      </a:accent2>
      <a:accent3>
        <a:srgbClr val="999999"/>
      </a:accent3>
      <a:accent4>
        <a:srgbClr val="CCCCCC"/>
      </a:accent4>
      <a:accent5>
        <a:srgbClr val="333333"/>
      </a:accent5>
      <a:accent6>
        <a:srgbClr val="77777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微软雅黑"/>
      </a:majorFont>
      <a:minorFont>
        <a:latin typeface="Arial"/>
        <a:ea typeface="微软雅黑"/>
      </a:minorFont>
    </a:fontScheme>
    <a:fmtScheme name="Office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CryoSmart Lineage Tracer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CryoSmart Workflow P96 / J41</dc:title>
  <dc:creator>CryoSmart Lineage Tracer</dc:creator>
  <cp:lastModifiedBy>CryoSmart Lineage Tracer</cp:lastModifiedBy>
  <dcterms:created xsi:type="dcterms:W3CDTF">2026-10-29T05:16:15.229Z</dcterms:created>
  <dcterms:modified xsi:type="dcterms:W3CDTF">2026-10-29T05:16:15.229Z</dcterms:modified>
</cp:coreProperties>
</file>